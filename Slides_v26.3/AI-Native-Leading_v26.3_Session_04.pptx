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97" r:id="rId2"/>
    <p:sldId id="298" r:id="rId3"/>
    <p:sldId id="299" r:id="rId4"/>
    <p:sldId id="300" r:id="rId5"/>
    <p:sldId id="301" r:id="rId6"/>
    <p:sldId id="302" r:id="rId7"/>
    <p:sldId id="303" r:id="rId8"/>
    <p:sldId id="304" r:id="rId9"/>
    <p:sldId id="305" r:id="rId10"/>
    <p:sldId id="306" r:id="rId11"/>
    <p:sldId id="307" r:id="rId12"/>
    <p:sldId id="308" r:id="rId13"/>
    <p:sldId id="309" r:id="rId14"/>
    <p:sldId id="310" r:id="rId15"/>
    <p:sldId id="311" r:id="rId16"/>
    <p:sldId id="312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2" d="100"/>
          <a:sy n="102" d="100"/>
        </p:scale>
        <p:origin x="834" y="1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Company/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2000-01-01T00:00:00Z</dcterms:created>
  <dcterms:modified xsi:type="dcterms:W3CDTF">2000-01-01T00:00:00Z</dcterms:modified>
</cp:coreProperties>
</file>
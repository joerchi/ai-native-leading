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8" r:id="rId2"/>
    <p:sldId id="349" r:id="rId3"/>
    <p:sldId id="350" r:id="rId4"/>
    <p:sldId id="351" r:id="rId5"/>
    <p:sldId id="352" r:id="rId6"/>
    <p:sldId id="353" r:id="rId7"/>
    <p:sldId id="354" r:id="rId8"/>
    <p:sldId id="35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
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75" r:id="rId2"/>
    <p:sldId id="376" r:id="rId3"/>
    <p:sldId id="377" r:id="rId4"/>
    <p:sldId id="378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  <p:sldId id="388" r:id="rId15"/>
    <p:sldId id="389" r:id="rId16"/>
    <p:sldId id="390" r:id="rId17"/>
    <p:sldId id="39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
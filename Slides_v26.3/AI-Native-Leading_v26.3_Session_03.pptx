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7" r:id="rId2"/>
    <p:sldId id="288" r:id="rId3"/>
    <p:sldId id="289" r:id="rId4"/>
    <p:sldId id="290" r:id="rId5"/>
    <p:sldId id="291" r:id="rId6"/>
    <p:sldId id="292" r:id="rId7"/>
    <p:sldId id="293" r:id="rId8"/>
    <p:sldId id="294" r:id="rId9"/>
    <p:sldId id="295" r:id="rId10"/>
    <p:sldId id="29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8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2000-01-01T00:00:00Z</dcterms:created>
  <dcterms:modified xsi:type="dcterms:W3CDTF">2000-01-01T00:00:00Z</dcterms:modified>
</cp:coreProperties>
</file>
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0" r:id="rId2"/>
    <p:sldId id="321" r:id="rId3"/>
    <p:sldId id="322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2000-01-01T00:00:00Z</dcterms:created>
  <dcterms:modified xsi:type="dcterms:W3CDTF">2000-01-01T00:00:00Z</dcterms:modified>
</cp:coreProperties>
</file>
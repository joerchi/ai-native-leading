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6" r:id="rId2"/>
    <p:sldId id="367" r:id="rId3"/>
    <p:sldId id="368" r:id="rId4"/>
    <p:sldId id="369" r:id="rId5"/>
    <p:sldId id="370" r:id="rId6"/>
    <p:sldId id="371" r:id="rId7"/>
    <p:sldId id="372" r:id="rId8"/>
    <p:sldId id="373" r:id="rId9"/>
    <p:sldId id="37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